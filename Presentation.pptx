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DC35-58DE-3084-430C-9DBB0E84D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2DF12-683F-74C7-5409-FF002958F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0B29-9AE0-258B-618E-94B2A8A29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F2864-9400-1047-5428-6CE601CD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0B2DB-D0DA-77A2-AA0C-DD4E71A5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35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36EC-D329-88CD-16D4-1F31A2A6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46CB-A992-4902-C8AE-C023D8568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14D47-7703-8921-B914-7321E0E1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ECB05-C5C9-2E46-4445-2A4CAFB2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09064-0FD3-8998-2AEC-2DD35C91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84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C2B7-A547-7C46-A42F-60414D8A8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705ED-C025-4BC2-097F-67C76A4D7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E6490-FF81-AB2F-88E8-13684F8D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F8554-21F8-FDB9-4860-5B2ED4AA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5E8AC-09DB-1293-E88A-F9F405E3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45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4A89-0C1B-AA7D-DECB-4C3D90A9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15F0-F7F9-F3A8-4DC2-9EEA80A89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D58D8-57BE-D18B-884C-3E38CBC2F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B062A-A2CE-E044-2BA9-8D2D09D47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722CE-E259-FD2F-3BC2-8BEA5911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B4B3-7811-BAF5-256A-E6BFE9E8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15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200D-79AB-5D9E-1C50-CA11FD913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19F0E-84E8-1518-DEE3-4E7111D41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E0858-2E19-59F7-E170-D87D7072C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077E4-C972-9B97-08B9-60A3315A4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9B8E2-2BA4-48D1-BE42-23050F6D4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19BFD-0EA8-AA76-6198-6853F8EA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2D5A7-2877-283D-AF80-0593879E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7F584-104D-508F-D7CC-694A6B4F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06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5CD2-26B2-A07C-8497-939A3F67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36978-63D3-14BE-8754-8C58C782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74B8A-028B-D27E-AC85-4B11408B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ECEA2-202B-8C06-7350-B311C524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24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0C4EF-0BCF-1A8D-F95F-EE8F0355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08F30-E41E-3A3F-160F-3D46408B8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8CA3A-2193-1DD5-AE84-07C960C8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785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9AF7-3C06-0179-F5E2-13A6CD6A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C08F-BBDB-9B77-85B3-23722C65A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10E09-A5DF-5396-BF3C-BC9BC0AC3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23419-C7D7-C112-416D-511C63B0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EE7B1-C5B2-B754-1675-6180202F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ADA60-3F77-4670-35CB-AE793467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9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0E17-B5C1-1436-40AF-6F9AC37A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370ED-1998-C985-162A-4132D682F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F005A-3F46-B591-BFD0-C5C64CAC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EA2FC-A703-E420-986C-813D8FD6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4CE3A-7208-BD05-C1B0-D8958720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42611-CE5F-F5EB-5800-C327386C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9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A928-79A4-9EDE-2EB4-0CCBEBFF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430AA-A5F5-FBC6-664D-FCF2F004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FDFAE-054F-4F91-D29F-8CA24D6D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19780-7E68-D425-C184-23BB4159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C34CE-D474-D7E6-4FE2-ECB542030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D5783D-05A7-81EC-62B7-95A624476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2242F-D4F5-E99E-FCE5-7AC80502E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D3972-D9C7-1252-DD8A-90F5C5C0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5603-DEB3-BA09-A5E1-7C8DBA4E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9A6E1-8949-A89C-ECF5-C08AE1DB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8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791A6-9CC0-49CD-46E3-24FE6F950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0885-F555-C521-8DC3-26367E76A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F3C21-4843-8F7C-DD7D-E9154C122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6E78F-93F9-48CF-9D5F-D6081E62BC2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D9F72-AF0F-993D-E23A-4B947627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5B462-C8AB-EAB9-3528-C763D3986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9B05B-11FA-4B08-BE99-96D9E4D932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6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64348D-FB34-42CA-70D9-ABA181F26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1305"/>
            <a:ext cx="9144000" cy="2839453"/>
          </a:xfrm>
        </p:spPr>
        <p:txBody>
          <a:bodyPr/>
          <a:lstStyle/>
          <a:p>
            <a:endParaRPr lang="en-IN" b="1" dirty="0"/>
          </a:p>
          <a:p>
            <a:r>
              <a:rPr lang="en-IN" b="1" dirty="0"/>
              <a:t>AI Agent for Autonomous Carrier Rerouting using </a:t>
            </a:r>
            <a:r>
              <a:rPr lang="en-IN" b="1" dirty="0" err="1"/>
              <a:t>LangGraph</a:t>
            </a:r>
            <a:endParaRPr lang="en-IN" dirty="0"/>
          </a:p>
          <a:p>
            <a:r>
              <a:rPr lang="en-IN" b="1" dirty="0"/>
              <a:t>Submitted By:</a:t>
            </a:r>
            <a:r>
              <a:rPr lang="en-IN" dirty="0"/>
              <a:t> Suhana Kumari</a:t>
            </a:r>
          </a:p>
          <a:p>
            <a:r>
              <a:rPr lang="en-IN" b="1" dirty="0"/>
              <a:t>Assignment:</a:t>
            </a:r>
            <a:r>
              <a:rPr lang="en-IN" dirty="0"/>
              <a:t> AI Agent Research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401294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AFCF-250A-6F9F-C8FB-81911C6C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rgbClr val="0070C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8947D-0685-2A26-B06F-B38EE4D15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5"/>
            <a:ext cx="10515600" cy="4633298"/>
          </a:xfrm>
        </p:spPr>
        <p:txBody>
          <a:bodyPr>
            <a:normAutofit/>
          </a:bodyPr>
          <a:lstStyle/>
          <a:p>
            <a:r>
              <a:rPr lang="en-IN" sz="2600" dirty="0">
                <a:solidFill>
                  <a:srgbClr val="002060"/>
                </a:solidFill>
              </a:rPr>
              <a:t>Problem</a:t>
            </a:r>
          </a:p>
          <a:p>
            <a:r>
              <a:rPr lang="en-IN" sz="1900" dirty="0"/>
              <a:t>Shipments can be delayed due to traffic, weather, or vehicle issues. </a:t>
            </a:r>
          </a:p>
          <a:p>
            <a:r>
              <a:rPr lang="en-IN" sz="1900" dirty="0"/>
              <a:t>Choosing another carrier manually takes time. </a:t>
            </a:r>
          </a:p>
          <a:p>
            <a:r>
              <a:rPr lang="en-IN" sz="1900" dirty="0"/>
              <a:t>Companies need a faster and smarter solution</a:t>
            </a:r>
          </a:p>
          <a:p>
            <a:endParaRPr lang="en-IN" sz="1900" dirty="0"/>
          </a:p>
          <a:p>
            <a:r>
              <a:rPr lang="en-IN" sz="2600" dirty="0">
                <a:solidFill>
                  <a:srgbClr val="002060"/>
                </a:solidFill>
              </a:rPr>
              <a:t>Goal</a:t>
            </a:r>
          </a:p>
          <a:p>
            <a:r>
              <a:rPr lang="en-IN" sz="1900" dirty="0"/>
              <a:t>Build an AI agent system that:</a:t>
            </a:r>
          </a:p>
          <a:p>
            <a:r>
              <a:rPr lang="en-IN" sz="1900" dirty="0"/>
              <a:t>Detects shipment issues. </a:t>
            </a:r>
          </a:p>
          <a:p>
            <a:r>
              <a:rPr lang="en-IN" sz="1900" dirty="0"/>
              <a:t>Finds alternative carriers. </a:t>
            </a:r>
          </a:p>
          <a:p>
            <a:r>
              <a:rPr lang="en-IN" sz="1900" dirty="0"/>
              <a:t>Selects the best carrier. </a:t>
            </a:r>
          </a:p>
          <a:p>
            <a:r>
              <a:rPr lang="en-IN" sz="1900" dirty="0"/>
              <a:t>Sends the final notification.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09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2862B-2F8F-F82D-D769-A0C135DC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06CCB-C71A-21C0-7567-882007015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77"/>
            <a:ext cx="10515600" cy="4751286"/>
          </a:xfrm>
        </p:spPr>
        <p:txBody>
          <a:bodyPr>
            <a:normAutofit/>
          </a:bodyPr>
          <a:lstStyle/>
          <a:p>
            <a:r>
              <a:rPr lang="en-IN" sz="1900" dirty="0"/>
              <a:t>Telemetry Alert  </a:t>
            </a:r>
          </a:p>
          <a:p>
            <a:r>
              <a:rPr lang="en-IN" sz="1900" dirty="0"/>
              <a:t>Triage Agent </a:t>
            </a:r>
          </a:p>
          <a:p>
            <a:r>
              <a:rPr lang="en-IN" sz="1900" dirty="0"/>
              <a:t>Route Agent </a:t>
            </a:r>
          </a:p>
          <a:p>
            <a:r>
              <a:rPr lang="en-IN" sz="1900" dirty="0"/>
              <a:t>Decision Agent </a:t>
            </a:r>
          </a:p>
          <a:p>
            <a:r>
              <a:rPr lang="en-IN" sz="1900" dirty="0"/>
              <a:t> Notification </a:t>
            </a:r>
          </a:p>
          <a:p>
            <a:r>
              <a:rPr lang="en-IN" sz="1900" dirty="0"/>
              <a:t> End</a:t>
            </a:r>
          </a:p>
          <a:p>
            <a:endParaRPr lang="en-IN" sz="1900" dirty="0"/>
          </a:p>
          <a:p>
            <a:pPr marL="0" indent="0">
              <a:buNone/>
            </a:pPr>
            <a:r>
              <a:rPr lang="en-IN" sz="2600" dirty="0">
                <a:solidFill>
                  <a:srgbClr val="002060"/>
                </a:solidFill>
              </a:rPr>
              <a:t>Benefits</a:t>
            </a:r>
          </a:p>
          <a:p>
            <a:r>
              <a:rPr lang="en-IN" sz="1900" dirty="0"/>
              <a:t>Faster decisions </a:t>
            </a:r>
          </a:p>
          <a:p>
            <a:r>
              <a:rPr lang="en-IN" sz="1900" dirty="0"/>
              <a:t>Less manual work </a:t>
            </a:r>
          </a:p>
          <a:p>
            <a:r>
              <a:rPr lang="en-IN" sz="1900" dirty="0"/>
              <a:t>Easy to extend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30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9E45-9591-929C-1873-53CA4318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AI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1E2D2-FB5F-6CF9-3462-5452CC0DE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dirty="0">
                <a:solidFill>
                  <a:srgbClr val="002060"/>
                </a:solidFill>
              </a:rPr>
              <a:t>Triage Agent</a:t>
            </a:r>
          </a:p>
          <a:p>
            <a:pPr>
              <a:lnSpc>
                <a:spcPct val="100000"/>
              </a:lnSpc>
            </a:pPr>
            <a:r>
              <a:rPr lang="en-IN" sz="1900" dirty="0"/>
              <a:t>Checks shipment delay </a:t>
            </a:r>
          </a:p>
          <a:p>
            <a:pPr>
              <a:lnSpc>
                <a:spcPct val="100000"/>
              </a:lnSpc>
            </a:pPr>
            <a:r>
              <a:rPr lang="en-IN" sz="1900" dirty="0"/>
              <a:t>Finds severity </a:t>
            </a:r>
          </a:p>
          <a:p>
            <a:r>
              <a:rPr lang="en-IN" sz="2600" dirty="0">
                <a:solidFill>
                  <a:srgbClr val="002060"/>
                </a:solidFill>
              </a:rPr>
              <a:t>Route Agent</a:t>
            </a:r>
          </a:p>
          <a:p>
            <a:r>
              <a:rPr lang="en-IN" sz="2000" dirty="0"/>
              <a:t>Retrieves available carrier options</a:t>
            </a:r>
            <a:r>
              <a:rPr lang="en-IN" sz="1900" dirty="0"/>
              <a:t> </a:t>
            </a:r>
          </a:p>
          <a:p>
            <a:r>
              <a:rPr lang="en-IN" sz="2600" dirty="0">
                <a:solidFill>
                  <a:srgbClr val="002060"/>
                </a:solidFill>
              </a:rPr>
              <a:t>Decision Agent</a:t>
            </a:r>
          </a:p>
          <a:p>
            <a:r>
              <a:rPr lang="en-IN" sz="1900" dirty="0"/>
              <a:t>Chooses best carrier </a:t>
            </a:r>
          </a:p>
          <a:p>
            <a:r>
              <a:rPr lang="en-IN" sz="2600" dirty="0">
                <a:solidFill>
                  <a:srgbClr val="002060"/>
                </a:solidFill>
              </a:rPr>
              <a:t>Notification Agent</a:t>
            </a:r>
          </a:p>
          <a:p>
            <a:r>
              <a:rPr lang="en-IN" sz="2000" dirty="0"/>
              <a:t>Generates the final notification</a:t>
            </a:r>
            <a:endParaRPr lang="en-IN" sz="1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43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9C95-23C9-6A47-D4A5-AF4A9832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Technologies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9D800-D90E-A621-656E-D075EBA0C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900" dirty="0"/>
              <a:t>Python </a:t>
            </a:r>
          </a:p>
          <a:p>
            <a:r>
              <a:rPr lang="en-IN" sz="1900" dirty="0" err="1"/>
              <a:t>LangGraph</a:t>
            </a:r>
            <a:endParaRPr lang="en-IN" sz="1900" dirty="0"/>
          </a:p>
          <a:p>
            <a:r>
              <a:rPr lang="en-IN" sz="1900" dirty="0"/>
              <a:t> </a:t>
            </a:r>
            <a:r>
              <a:rPr lang="en-IN" sz="1900" dirty="0" err="1"/>
              <a:t>LangChain</a:t>
            </a:r>
            <a:endParaRPr lang="en-IN" sz="1900" dirty="0"/>
          </a:p>
          <a:p>
            <a:r>
              <a:rPr lang="en-IN" sz="1900" dirty="0"/>
              <a:t> </a:t>
            </a:r>
            <a:r>
              <a:rPr lang="en-IN" sz="1900" dirty="0" err="1"/>
              <a:t>Groq</a:t>
            </a:r>
            <a:r>
              <a:rPr lang="en-IN" sz="1900" dirty="0"/>
              <a:t> API </a:t>
            </a:r>
          </a:p>
          <a:p>
            <a:r>
              <a:rPr lang="en-IN" sz="1900" dirty="0"/>
              <a:t>Llama 3.3 70B</a:t>
            </a:r>
          </a:p>
          <a:p>
            <a:r>
              <a:rPr lang="en-IN" sz="1900" dirty="0"/>
              <a:t> </a:t>
            </a:r>
            <a:r>
              <a:rPr lang="en-IN" sz="1900" dirty="0" err="1"/>
              <a:t>Pydantic</a:t>
            </a:r>
            <a:endParaRPr lang="en-IN" sz="1900" dirty="0"/>
          </a:p>
          <a:p>
            <a:r>
              <a:rPr lang="en-IN" sz="1900" dirty="0"/>
              <a:t> </a:t>
            </a:r>
            <a:r>
              <a:rPr lang="en-IN" sz="1900" dirty="0" err="1"/>
              <a:t>dotenv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426270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6834-98B3-998B-0F8C-1F76AFFE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6D47A-A597-9AF3-25F6-ECBB2154D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793"/>
            <a:ext cx="10515600" cy="4351338"/>
          </a:xfrm>
        </p:spPr>
        <p:txBody>
          <a:bodyPr>
            <a:normAutofit/>
          </a:bodyPr>
          <a:lstStyle/>
          <a:p>
            <a:r>
              <a:rPr lang="en-IN" sz="1900" dirty="0"/>
              <a:t>Example output of the AI workflow</a:t>
            </a:r>
          </a:p>
          <a:p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33AE9-A97A-8AE5-706E-21BB12EDD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52" y="2356801"/>
            <a:ext cx="8397968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1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79C0-0C73-E5A7-3360-652C20C3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365125"/>
            <a:ext cx="10616381" cy="1325563"/>
          </a:xfrm>
        </p:spPr>
        <p:txBody>
          <a:bodyPr/>
          <a:lstStyle/>
          <a:p>
            <a:r>
              <a:rPr lang="en-IN" sz="26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3C8E3-3A7D-8242-1328-D5B8EE616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1900" dirty="0"/>
          </a:p>
          <a:p>
            <a:r>
              <a:rPr lang="en-IN" sz="1900" dirty="0"/>
              <a:t>Four-node </a:t>
            </a:r>
            <a:r>
              <a:rPr lang="en-IN" sz="1900" dirty="0" err="1"/>
              <a:t>LangGraph</a:t>
            </a:r>
            <a:r>
              <a:rPr lang="en-IN" sz="1900" dirty="0"/>
              <a:t> workflow implemented. </a:t>
            </a:r>
          </a:p>
          <a:p>
            <a:r>
              <a:rPr lang="en-IN" sz="1900" dirty="0"/>
              <a:t>Conditional routing added. </a:t>
            </a:r>
          </a:p>
          <a:p>
            <a:r>
              <a:rPr lang="en-IN" sz="1900" dirty="0"/>
              <a:t>AI agents shared information using shared state. </a:t>
            </a:r>
          </a:p>
          <a:p>
            <a:r>
              <a:rPr lang="en-IN" sz="1900" dirty="0"/>
              <a:t>S</a:t>
            </a:r>
            <a:r>
              <a:rPr lang="en-IN" sz="2000" dirty="0"/>
              <a:t>uccessfully selected the optimal </a:t>
            </a:r>
            <a:r>
              <a:rPr lang="en-IN" sz="2000" dirty="0" err="1"/>
              <a:t>carrier</a:t>
            </a:r>
            <a:r>
              <a:rPr lang="en-IN" sz="1900" dirty="0" err="1"/>
              <a:t>r</a:t>
            </a:r>
            <a:r>
              <a:rPr lang="en-IN" sz="1900" dirty="0"/>
              <a:t>. </a:t>
            </a:r>
          </a:p>
          <a:p>
            <a:r>
              <a:rPr lang="en-IN" sz="1900" dirty="0"/>
              <a:t>Generated final notification.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346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C6E1-4DCF-1985-7CCC-815EBB5B1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Challenges &amp; 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6ED4-5F66-5ACC-6047-8FF6A25B2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1900" dirty="0"/>
          </a:p>
          <a:p>
            <a:r>
              <a:rPr lang="en-IN" sz="1900" dirty="0"/>
              <a:t>Successfully implemented the workflow using </a:t>
            </a:r>
            <a:r>
              <a:rPr lang="en-IN" sz="1900" dirty="0">
                <a:highlight>
                  <a:srgbClr val="FFFF00"/>
                </a:highlight>
              </a:rPr>
              <a:t>Llama 3.3 (</a:t>
            </a:r>
            <a:r>
              <a:rPr lang="en-IN" sz="1900" dirty="0" err="1">
                <a:highlight>
                  <a:srgbClr val="FFFF00"/>
                </a:highlight>
              </a:rPr>
              <a:t>Groq</a:t>
            </a:r>
            <a:r>
              <a:rPr lang="en-IN" sz="1900" dirty="0"/>
              <a:t>). </a:t>
            </a:r>
          </a:p>
          <a:p>
            <a:r>
              <a:rPr lang="en-IN" sz="1900" dirty="0"/>
              <a:t>Designed the project to support multiple LLMs using a common </a:t>
            </a:r>
            <a:r>
              <a:rPr lang="en-IN" sz="1900" dirty="0" err="1"/>
              <a:t>llm_factory</a:t>
            </a:r>
            <a:r>
              <a:rPr lang="en-IN" sz="1900" dirty="0"/>
              <a:t>. </a:t>
            </a:r>
          </a:p>
          <a:p>
            <a:r>
              <a:rPr lang="en-IN" sz="1900" dirty="0"/>
              <a:t>Attempted to integrate </a:t>
            </a:r>
            <a:r>
              <a:rPr lang="en-IN" sz="1900" dirty="0">
                <a:highlight>
                  <a:srgbClr val="FFFF00"/>
                </a:highlight>
              </a:rPr>
              <a:t>Google Gemini </a:t>
            </a:r>
            <a:r>
              <a:rPr lang="en-IN" sz="1900" dirty="0"/>
              <a:t>for comparison. </a:t>
            </a:r>
          </a:p>
          <a:p>
            <a:r>
              <a:rPr lang="en-IN" sz="2000" dirty="0"/>
              <a:t>Gemini integration was attempted, but compatibility issues between the integration library and the available Gemini model prevented execution within the project timeline.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021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A5275-B7C4-5DAC-E6D8-890DCE2D7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600" dirty="0">
                <a:solidFill>
                  <a:srgbClr val="002060"/>
                </a:solidFill>
              </a:rPr>
              <a:t>Future Work</a:t>
            </a:r>
          </a:p>
          <a:p>
            <a:r>
              <a:rPr lang="en-IN" sz="1900" dirty="0"/>
              <a:t>Complete comparison between Llama 3.3 and Gemini using the existing architecture. </a:t>
            </a:r>
          </a:p>
          <a:p>
            <a:r>
              <a:rPr lang="en-IN" sz="1900" dirty="0"/>
              <a:t>Add live logistics APIs. </a:t>
            </a:r>
          </a:p>
          <a:p>
            <a:r>
              <a:rPr lang="en-IN" sz="1900" dirty="0"/>
              <a:t>Deploy using </a:t>
            </a:r>
            <a:r>
              <a:rPr lang="en-IN" sz="1900" dirty="0" err="1"/>
              <a:t>FastAPI</a:t>
            </a:r>
            <a:endParaRPr lang="en-IN" sz="1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990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7FF4-9EBC-135E-B6A8-076F2B10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D89C9-8DAB-85D4-DA9E-2A2CA94CA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600" dirty="0"/>
          </a:p>
          <a:p>
            <a:r>
              <a:rPr lang="en-IN" sz="1900" dirty="0"/>
              <a:t>Built a multi-agent AI workflow using </a:t>
            </a:r>
            <a:r>
              <a:rPr lang="en-IN" sz="1900" dirty="0" err="1"/>
              <a:t>LangGraph</a:t>
            </a:r>
            <a:r>
              <a:rPr lang="en-IN" sz="1900" dirty="0"/>
              <a:t>. </a:t>
            </a:r>
          </a:p>
          <a:p>
            <a:r>
              <a:rPr lang="en-IN" sz="1900" dirty="0"/>
              <a:t>Automated shipment rerouting. </a:t>
            </a:r>
          </a:p>
          <a:p>
            <a:r>
              <a:rPr lang="en-IN" sz="1900" dirty="0"/>
              <a:t>Used shared state and conditional routing. </a:t>
            </a:r>
          </a:p>
          <a:p>
            <a:r>
              <a:rPr lang="en-IN" sz="1900" dirty="0"/>
              <a:t>The project can easily support additional LLMs in the future.</a:t>
            </a:r>
          </a:p>
          <a:p>
            <a:endParaRPr lang="en-IN" sz="1900" dirty="0"/>
          </a:p>
          <a:p>
            <a:endParaRPr lang="en-IN" sz="1900" dirty="0"/>
          </a:p>
          <a:p>
            <a:pPr lvl="8"/>
            <a:r>
              <a:rPr lang="en-IN" sz="2000" dirty="0"/>
              <a:t>THANK  YOU!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20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293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Problem Statement</vt:lpstr>
      <vt:lpstr>Solution</vt:lpstr>
      <vt:lpstr>AI Agents</vt:lpstr>
      <vt:lpstr>Technologies Used </vt:lpstr>
      <vt:lpstr>Output</vt:lpstr>
      <vt:lpstr>Results</vt:lpstr>
      <vt:lpstr>Challenges &amp; Model Comparison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Verma</dc:creator>
  <cp:lastModifiedBy>Abhishek Verma</cp:lastModifiedBy>
  <cp:revision>4</cp:revision>
  <dcterms:created xsi:type="dcterms:W3CDTF">2026-07-11T15:46:22Z</dcterms:created>
  <dcterms:modified xsi:type="dcterms:W3CDTF">2026-07-11T16:10:59Z</dcterms:modified>
</cp:coreProperties>
</file>